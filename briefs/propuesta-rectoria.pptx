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754880"/>
            <a:ext cx="2560320" cy="2560320"/>
          </a:xfrm>
          <a:prstGeom prst="ellipse">
            <a:avLst/>
          </a:prstGeom>
          <a:solidFill>
            <a:srgbClr val="15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08776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B84A"/>
                </a:solidFill>
                <a:latin typeface="Calibri"/>
              </a:rPr>
              <a:t>PROPUESTA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Plataforma Web de Evaluación
Gamificada e Integridad Académica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Colegio Francisco Arango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  <a:latin typeface="Calibri"/>
              </a:rPr>
              <a:t>Iniciativa de voluntariado académico (matemáticas) + Tecnología en Desarrollo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Dirigido a: Rectoría y Coordinación Académica</a:t>
            </a:r>
          </a:p>
        </p:txBody>
      </p:sp>
      <p:pic>
        <p:nvPicPr>
          <p:cNvPr id="12" name="Picture 11" descr="cover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74920"/>
            <a:ext cx="438912" cy="438912"/>
          </a:xfrm>
          <a:prstGeom prst="rect">
            <a:avLst/>
          </a:prstGeom>
        </p:spPr>
      </p:pic>
      <p:pic>
        <p:nvPicPr>
          <p:cNvPr id="13" name="Picture 12" descr="cover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74920"/>
            <a:ext cx="438912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0240" y="5166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DC"/>
                </a:solidFill>
                <a:latin typeface="Calibri"/>
              </a:rPr>
              <a:t>Integridad · Gamificación · Evaluación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Voluntariado académico · Documento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91440" cy="9601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01</a:t>
            </a:r>
          </a:p>
        </p:txBody>
      </p:sp>
      <p:pic>
        <p:nvPicPr>
          <p:cNvPr id="12" name="Picture 11" descr="agenda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90472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7400" y="1527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Contexto y problema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234440"/>
            <a:ext cx="91440" cy="9601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90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02</a:t>
            </a:r>
          </a:p>
        </p:txBody>
      </p:sp>
      <p:pic>
        <p:nvPicPr>
          <p:cNvPr id="17" name="Picture 16" descr="agenda_opport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90472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26680" y="1527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Oportunidad institucional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377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377440"/>
            <a:ext cx="91440" cy="9601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33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03</a:t>
            </a:r>
          </a:p>
        </p:txBody>
      </p:sp>
      <p:pic>
        <p:nvPicPr>
          <p:cNvPr id="22" name="Picture 21" descr="agenda_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633472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057400" y="2670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Visión del producto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77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377440"/>
            <a:ext cx="91440" cy="9601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633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04</a:t>
            </a:r>
          </a:p>
        </p:txBody>
      </p:sp>
      <p:pic>
        <p:nvPicPr>
          <p:cNvPr id="27" name="Picture 26" descr="agenda_antifra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633472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26680" y="2670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Módulo anti-fraude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520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520440"/>
            <a:ext cx="91440" cy="9601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76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05</a:t>
            </a:r>
          </a:p>
        </p:txBody>
      </p:sp>
      <p:pic>
        <p:nvPicPr>
          <p:cNvPr id="32" name="Picture 31" descr="agenda_g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776472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57400" y="3813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Experiencia gamificada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520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520440"/>
            <a:ext cx="91440" cy="9601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776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06</a:t>
            </a:r>
          </a:p>
        </p:txBody>
      </p:sp>
      <p:pic>
        <p:nvPicPr>
          <p:cNvPr id="37" name="Picture 36" descr="agenda_phas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3776472"/>
            <a:ext cx="438912" cy="4389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26680" y="3813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Fases del proyecto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63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663440"/>
            <a:ext cx="91440" cy="9601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919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07</a:t>
            </a:r>
          </a:p>
        </p:txBody>
      </p:sp>
      <p:pic>
        <p:nvPicPr>
          <p:cNvPr id="42" name="Picture 41" descr="agenda_c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4919472"/>
            <a:ext cx="438912" cy="4389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57400" y="4956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Certificación y valor estudiantil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663440"/>
            <a:ext cx="53949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4663440"/>
            <a:ext cx="91440" cy="96012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9194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7A8C"/>
                </a:solidFill>
                <a:latin typeface="Calibri"/>
              </a:rPr>
              <a:t>08</a:t>
            </a:r>
          </a:p>
        </p:txBody>
      </p:sp>
      <p:pic>
        <p:nvPicPr>
          <p:cNvPr id="47" name="Picture 46" descr="agenda_benefi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4919472"/>
            <a:ext cx="438912" cy="43891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726680" y="4956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Beneficios y solicitud a Rectoría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Contexto y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t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8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332"/>
                </a:solidFill>
                <a:latin typeface="Calibri"/>
              </a:rPr>
              <a:t>Docentes plantearon minicursos virtuales y bots de mensajería como piloto.
Útil para explorar, insuficiente como solución institucional.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146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14600"/>
            <a:ext cx="365760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_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036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Sin control de fraude con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Las apps informales no detectan copia asistida ni salidas de la evaluación.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5146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514600"/>
            <a:ext cx="365760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trics_mis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88036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2628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Sin métricas centralizadas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14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No hay panel único de progreso, resultados ni trazabilidad académica.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514600"/>
            <a:ext cx="3657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514600"/>
            <a:ext cx="365760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o_form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88036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6676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Sin reconocimiento formal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14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Falta aval institucional y certificación acreditada para el estudiante.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321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7A8C"/>
                </a:solidFill>
                <a:latin typeface="Calibri"/>
              </a:rPr>
              <a:t>Necesidad: una herramienta web institucional propia, segura y escalable.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Oportunidad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Software web/móvil institucional alineado con el colegio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3736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240280"/>
            <a:ext cx="640080" cy="64008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uto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Automatizar evaluaciones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51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Calificación inmediata y banco de preguntas de matemáticas.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2240280"/>
            <a:ext cx="640080" cy="64008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in_sa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3172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Prevenir copia con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651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Controles de integridad en tiempo real durante la prueba.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49039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251959"/>
            <a:ext cx="640080" cy="64008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h_bl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399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54480" y="4160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Gamificar matemáticas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XP, niveles y retos que motivan el aprendizaje lógico.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4251959"/>
            <a:ext cx="640080" cy="64008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tamp_a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43399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60920" y="4160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Certificados con aval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66343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Reconocimiento formal con firma institucional.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Visión del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8288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Un entorno virtual seguro e interactivo para evaluaciones
y actividades lógicas — propio del Colegio Francisco Arango.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illar_sec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7947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Seguro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7A"/>
                </a:solidFill>
                <a:latin typeface="Calibri"/>
              </a:rPr>
              <a:t>Integridad académica
en cada sesión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7472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illar_intera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9476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177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Interactivo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7A"/>
                </a:solidFill>
                <a:latin typeface="Calibri"/>
              </a:rPr>
              <a:t>Gamificación que
motiva a practicar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47472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illar_institut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379476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Institucional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7A"/>
                </a:solidFill>
                <a:latin typeface="Calibri"/>
              </a:rPr>
              <a:t>Aval, métricas
y certificados propios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Módulo anti-fraude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03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B84A"/>
                </a:solidFill>
                <a:latin typeface="Calibri"/>
              </a:rPr>
              <a:t>Integridad académica en tiempo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6576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iosk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7373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Modo kiosco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Pantalla completa obligatoria. La evaluación se ejecuta en un entorno controlado.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371600"/>
            <a:ext cx="36576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xit_t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056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Detección de salida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Monitoreo de Alt+Tab, Esc, cambio de pestañas y pérdida de foco.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371600"/>
            <a:ext cx="36576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lert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173736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2834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Alertas y suspensión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520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Alertas en tiempo real al docente; opción de suspensión o abandono de la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Experiencia gamificada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035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B84A"/>
                </a:solidFill>
                <a:latin typeface="Calibri"/>
              </a:rPr>
              <a:t>Motivación sostenible para matemáticas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657600" cy="109728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0" y="1874520"/>
            <a:ext cx="822960" cy="82296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xp_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20116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XP y niveles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Progreso visible. Cada acierto suma experiencia y desbloquea niveles.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371600"/>
            <a:ext cx="3657600" cy="109728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1874520"/>
            <a:ext cx="822960" cy="82296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nigame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1168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8056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Minijuegos de refuerzo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Retos cortos que consolidan conceptos lógicos y de cálculo.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37160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657600" cy="109728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09760" y="1874520"/>
            <a:ext cx="822960" cy="82296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adge_me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01168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2104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B1F3A"/>
                </a:solidFill>
                <a:latin typeface="Calibri"/>
              </a:rPr>
              <a:t>Insignias y rachas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118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A"/>
                </a:solidFill>
                <a:latin typeface="Calibri"/>
              </a:rPr>
              <a:t>Desbloqueables, medallas y rachas diarias que refuerzan el hábito.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Fases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691640"/>
            <a:ext cx="996696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1536192"/>
            <a:ext cx="365760" cy="36576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657600" cy="82296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MVP inmediato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Motor de evaluaciones seguras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Banco de preguntas de matemáticas (voluntariado)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Calificación automática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Certificados institucionales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1536192"/>
            <a:ext cx="365760" cy="36576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21031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103120"/>
            <a:ext cx="3657600" cy="8229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Medio plazo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Minijuegos de refuerzo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Rachas e insignias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Medallas y desbloqueables</a:t>
            </a:r>
          </a:p>
        </p:txBody>
      </p:sp>
      <p:sp>
        <p:nvSpPr>
          <p:cNvPr id="27" name="Oval 26"/>
          <p:cNvSpPr/>
          <p:nvPr/>
        </p:nvSpPr>
        <p:spPr>
          <a:xfrm>
            <a:off x="9692640" y="1536192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80" y="2103120"/>
            <a:ext cx="36576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2103120"/>
            <a:ext cx="365760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Largo plazo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Panel para docentes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Dashboard de analítica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·  Visibilidad para Rectoría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Certificación y valor para el estudiante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11338560" cy="11887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ploma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13716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Certificado de Competencias Lógicas y Evaluación Digital Avanzada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7451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B84A"/>
                </a:solidFill>
                <a:latin typeface="Calibri"/>
              </a:rPr>
              <a:t>Reconocimiento formal con aval del Colegio Francisco Arango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51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df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88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PDF + insignia verificable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651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n_sign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017520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6636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Firma digitalizada del 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651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qr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017520"/>
            <a:ext cx="438912" cy="4389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0684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QR / ID único de autenticidad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1148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114800"/>
            <a:ext cx="109728" cy="169164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ortfol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43400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444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HV temprana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Experiencia tangible para el portafolio del estudiante.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1148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4114800"/>
            <a:ext cx="109728" cy="169164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oft_skil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343400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7492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Habilidades blandas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377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Disciplina, honestidad y responsabilidad digital.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11480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114800"/>
            <a:ext cx="109728" cy="1691640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tem_a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343400"/>
            <a:ext cx="4114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400" y="4389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Puente 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93776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Acercamiento práctico a lógica, matemáticas y tecnología.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Beneficios para la institución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874520"/>
            <a:ext cx="685800" cy="68580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ght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84248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1691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Liderazgo en innovación 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Posicionar al colegio como referente en evaluación digital con integridad.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874520"/>
            <a:ext cx="685800" cy="68580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val_integ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984248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Evaluación real frente a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Controles que reducen el fraude asistido por inteligencia artificial.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661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160520"/>
            <a:ext cx="685800" cy="68580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lock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70248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00200" y="3977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Eficiencia docente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Menos carga operativa: calificación automática y seguimiento centralizado.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rgbClr val="E6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handshake_volunt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270248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06640" y="39776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Sin costo de licenciamiento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617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Apoyado por estudiantes de Tecnología en Desarrollo de Software en modalidad de voluntariado.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Solicitud a la Rectoría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Colegio Francisco Arango · Voluntariado académico · Propuesta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Calibri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Calibri"/>
              </a:rPr>
              <a:t>Para iniciar el MVP solicitamos: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05740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67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Aprobar el concepto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231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Autorizar el inicio del MVP de la plataforma de evaluación gamificada.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461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61188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216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0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Aval institucional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977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Autorizar el aval del colegio y la firma digitalizada del Rector
en la plantilla de certificado.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37760"/>
            <a:ext cx="1133856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Estamos abiertos a conversar alcances, prioridades académicas
y ajustes que Rectoría considere pertinentes.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914400"/>
            <a:ext cx="3200400" cy="32004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029200"/>
            <a:ext cx="2743200" cy="2743200"/>
          </a:xfrm>
          <a:prstGeom prst="ellipse">
            <a:avLst/>
          </a:prstGeom>
          <a:solidFill>
            <a:srgbClr val="15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08776"/>
            <a:ext cx="12191695" cy="54864"/>
          </a:xfrm>
          <a:prstGeom prst="rect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7A8C"/>
                </a:solidFill>
                <a:latin typeface="Calibri"/>
              </a:rPr>
              <a:t>Colegio Francisco Arango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2044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2DC"/>
                </a:solidFill>
                <a:latin typeface="Calibri"/>
              </a:rPr>
              <a:t>Plataforma Web de Evaluación Gamificada e Integridad Académica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Equipo de voluntariado · Tecnología en Desarrollo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Propuesta confidencial · Voluntariado académico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